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F172A"/>
                </a:solidFill>
              </a:rPr>
              <a:t>CMMS 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BBF24"/>
                </a:solidFill>
              </a:rPr>
              <a:t>From Code to Deployment — A Complete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BD5E1"/>
                </a:solidFill>
              </a:rPr>
              <a:t>What is GitHub?  •  What is Supabase?  •  What is Vercel?
How the code is created  •  Branching workflow  •  How to request changes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1325880" cy="82296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4436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38BDF8"/>
                </a:solidFill>
              </a:rPr>
              <a:t>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</a:rPr>
              <a:t>Your
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926080"/>
            <a:ext cx="1325880" cy="82296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94436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34D399"/>
                </a:solidFill>
              </a:rP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2918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4D399"/>
                </a:solidFill>
              </a:rPr>
              <a:t>Claude
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2926080"/>
            <a:ext cx="1325880" cy="82296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294436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B923C"/>
                </a:solidFill>
              </a:rPr>
              <a:t>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2918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B923C"/>
                </a:solidFill>
              </a:rPr>
              <a:t>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926080"/>
            <a:ext cx="1325880" cy="82296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294436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2918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Vercel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926080"/>
            <a:ext cx="1325880" cy="82296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2944368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BBF24"/>
                </a:solidFill>
              </a:rPr>
              <a:t>🗄️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2918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BBF24"/>
                </a:solidFill>
              </a:rPr>
              <a:t>Supabase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</a:rPr>
              <a:t>Channd2 CMMS Project  | 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🐙  GitHub — The Code Storage &amp; Version Control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BBF24"/>
                </a:solidFill>
              </a:rPr>
              <a:t>Think of GitHub as Google Drive — but specifically for CODE, with full history of every change.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11880" cy="41148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923C"/>
                </a:solidFill>
              </a:rPr>
              <a:t>What it stores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56231"/>
            <a:ext cx="333756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BD5E1"/>
                </a:solidFill>
              </a:rPr>
              <a:t>Every file in your website (HTML, CSS, JS, config)</a:t>
            </a:r>
          </a:p>
          <a:p>
            <a:r>
              <a:rPr sz="1300">
                <a:solidFill>
                  <a:srgbClr val="CBD5E1"/>
                </a:solidFill>
              </a:rPr>
              <a:t>Complete history — who changed what, when</a:t>
            </a:r>
          </a:p>
          <a:p>
            <a:r>
              <a:rPr sz="1300">
                <a:solidFill>
                  <a:srgbClr val="CBD5E1"/>
                </a:solidFill>
              </a:rPr>
              <a:t>Multiple versions (branches) at the same time</a:t>
            </a:r>
          </a:p>
          <a:p>
            <a:r>
              <a:rPr sz="1300">
                <a:solidFill>
                  <a:srgbClr val="CBD5E1"/>
                </a:solidFill>
              </a:rPr>
              <a:t>Issues, comments, and change requests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371600"/>
            <a:ext cx="3611880" cy="41148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5087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923C"/>
                </a:solidFill>
              </a:rPr>
              <a:t>Why we use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56231"/>
            <a:ext cx="333756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BD5E1"/>
                </a:solidFill>
              </a:rPr>
              <a:t>Free, reliable, and industry standard</a:t>
            </a:r>
          </a:p>
          <a:p>
            <a:r>
              <a:rPr sz="1300">
                <a:solidFill>
                  <a:srgbClr val="CBD5E1"/>
                </a:solidFill>
              </a:rPr>
              <a:t>Claude AI pushes code directly here</a:t>
            </a:r>
          </a:p>
          <a:p>
            <a:r>
              <a:rPr sz="1300">
                <a:solidFill>
                  <a:srgbClr val="CBD5E1"/>
                </a:solidFill>
              </a:rPr>
              <a:t>Vercel reads from here to build your site</a:t>
            </a:r>
          </a:p>
          <a:p>
            <a:r>
              <a:rPr sz="1300">
                <a:solidFill>
                  <a:srgbClr val="CBD5E1"/>
                </a:solidFill>
              </a:rPr>
              <a:t>You can always roll back to a previous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371600"/>
            <a:ext cx="3611880" cy="41148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5087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923C"/>
                </a:solidFill>
              </a:rPr>
              <a:t>Key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856231"/>
            <a:ext cx="333756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BD5E1"/>
                </a:solidFill>
              </a:rPr>
              <a:t>Repository (repo) = your project folder</a:t>
            </a:r>
          </a:p>
          <a:p>
            <a:r>
              <a:rPr sz="1300">
                <a:solidFill>
                  <a:srgbClr val="CBD5E1"/>
                </a:solidFill>
              </a:rPr>
              <a:t>Commit = a saved snapshot of changes</a:t>
            </a:r>
          </a:p>
          <a:p>
            <a:r>
              <a:rPr sz="1300">
                <a:solidFill>
                  <a:srgbClr val="CBD5E1"/>
                </a:solidFill>
              </a:rPr>
              <a:t>Push = upload commits to GitHub</a:t>
            </a:r>
          </a:p>
          <a:p>
            <a:r>
              <a:rPr sz="1300">
                <a:solidFill>
                  <a:srgbClr val="CBD5E1"/>
                </a:solidFill>
              </a:rPr>
              <a:t>Pull Request = request to merge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URL: github.com/channd2/Web_learn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🗄️  Supabase — The Database (Where Your Data Lives)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BBF24"/>
                </a:solidFill>
              </a:rPr>
              <a:t>Supabase is your backend database — it stores all real business data: assets, work orders, users, etc.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4114800" cy="45720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</a:rPr>
              <a:t>What data it holds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56231"/>
            <a:ext cx="3840480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BD5E1"/>
                </a:solidFill>
              </a:rPr>
              <a:t>Assets table — all your machines, equipment, facilities</a:t>
            </a:r>
          </a:p>
          <a:p>
            <a:r>
              <a:rPr sz="1300">
                <a:solidFill>
                  <a:srgbClr val="CBD5E1"/>
                </a:solidFill>
              </a:rPr>
              <a:t>Work Orders table — maintenance tasks and their status</a:t>
            </a:r>
          </a:p>
          <a:p>
            <a:r>
              <a:rPr sz="1300">
                <a:solidFill>
                  <a:srgbClr val="CBD5E1"/>
                </a:solidFill>
              </a:rPr>
              <a:t>Users table — who can log in and their roles</a:t>
            </a:r>
          </a:p>
          <a:p>
            <a:r>
              <a:rPr sz="1300">
                <a:solidFill>
                  <a:srgbClr val="CBD5E1"/>
                </a:solidFill>
              </a:rPr>
              <a:t>Inventory table — spare parts and stock levels</a:t>
            </a:r>
          </a:p>
          <a:p>
            <a:r>
              <a:rPr sz="1300">
                <a:solidFill>
                  <a:srgbClr val="CBD5E1"/>
                </a:solidFill>
              </a:rPr>
              <a:t>Audit logs — history of every change made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371600"/>
            <a:ext cx="3749039" cy="45720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</a:rPr>
              <a:t>How to access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856231"/>
            <a:ext cx="3474720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BD5E1"/>
                </a:solidFill>
              </a:rPr>
              <a:t>Dashboard at: app.supabase.com</a:t>
            </a:r>
          </a:p>
          <a:p>
            <a:r>
              <a:rPr sz="1300">
                <a:solidFill>
                  <a:srgbClr val="CBD5E1"/>
                </a:solidFill>
              </a:rPr>
              <a:t>You can view/edit data directly in the browser</a:t>
            </a:r>
          </a:p>
          <a:p>
            <a:r>
              <a:rPr sz="1300">
                <a:solidFill>
                  <a:srgbClr val="CBD5E1"/>
                </a:solidFill>
              </a:rPr>
              <a:t>It generates an API automatically — Next.js uses this</a:t>
            </a:r>
          </a:p>
          <a:p>
            <a:r>
              <a:rPr sz="1300">
                <a:solidFill>
                  <a:srgbClr val="CBD5E1"/>
                </a:solidFill>
              </a:rPr>
              <a:t>Row Level Security — controls who sees what</a:t>
            </a:r>
          </a:p>
          <a:p>
            <a:r>
              <a:rPr sz="1300">
                <a:solidFill>
                  <a:srgbClr val="CBD5E1"/>
                </a:solidFill>
              </a:rPr>
              <a:t>Authentication — handles login sessions securely</a:t>
            </a:r>
          </a:p>
          <a:p>
            <a:r>
              <a:rPr sz="1300">
                <a:solidFill>
                  <a:srgbClr val="CBD5E1"/>
                </a:solidFill>
              </a:rPr>
              <a:t>Free tier supports up to 500MB database 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371600"/>
            <a:ext cx="3291840" cy="45720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</a:rPr>
              <a:t>Environment keys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1856231"/>
            <a:ext cx="3017520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BD5E1"/>
                </a:solidFill>
              </a:rPr>
              <a:t>NEXT_PUBLIC_SUPABASE_URL — the address of your database</a:t>
            </a:r>
          </a:p>
          <a:p>
            <a:r>
              <a:rPr sz="1300">
                <a:solidFill>
                  <a:srgbClr val="CBD5E1"/>
                </a:solidFill>
              </a:rPr>
              <a:t>NEXT_PUBLIC_SUPABASE_ANON_KEY — public read key</a:t>
            </a:r>
          </a:p>
          <a:p>
            <a:r>
              <a:rPr sz="1300">
                <a:solidFill>
                  <a:srgbClr val="CBD5E1"/>
                </a:solidFill>
              </a:rPr>
              <a:t>SUPABASE_SERVICE_ROLE_KEY — admin key (keep secret!)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▲  Vercel — The Web Host (Makes Your Site Live on the Internet)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BBF24"/>
                </a:solidFill>
              </a:rPr>
              <a:t>Vercel is like a web hosting server that automatically reads from GitHub, builds, and publishes your site.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148840" cy="22860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Vercel links to your GitHub repo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371600"/>
            <a:ext cx="2148840" cy="22860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4173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28600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Sees it's a Next.js app in /cmms-app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371600"/>
            <a:ext cx="2148840" cy="22860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4173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28600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Runs 'npm run build' automatically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371600"/>
            <a:ext cx="2148840" cy="22860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4173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28600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Publishes to a .vercel.app URL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371600"/>
            <a:ext cx="2148840" cy="22860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4173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Step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28600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Every new push = automatic redeploy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40480"/>
            <a:ext cx="11430000" cy="246888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977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Key Vercel facts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325112"/>
            <a:ext cx="11155680" cy="1892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BD5E1"/>
                </a:solidFill>
              </a:rPr>
              <a:t>Free tier: unlimited deploys, custom domain support</a:t>
            </a:r>
          </a:p>
          <a:p>
            <a:r>
              <a:rPr sz="1400">
                <a:solidFill>
                  <a:srgbClr val="CBD5E1"/>
                </a:solidFill>
              </a:rPr>
              <a:t>Dashboard: vercel.com — see all deployments and logs</a:t>
            </a:r>
          </a:p>
          <a:p>
            <a:r>
              <a:rPr sz="1400">
                <a:solidFill>
                  <a:srgbClr val="CBD5E1"/>
                </a:solidFill>
              </a:rPr>
              <a:t>Preview URLs: every branch gets its own preview link</a:t>
            </a:r>
          </a:p>
          <a:p>
            <a:r>
              <a:rPr sz="1400">
                <a:solidFill>
                  <a:srgbClr val="CBD5E1"/>
                </a:solidFill>
              </a:rPr>
              <a:t>Environment Variables set here override local .env files</a:t>
            </a:r>
          </a:p>
          <a:p>
            <a:r>
              <a:rPr sz="1400">
                <a:solidFill>
                  <a:srgbClr val="CBD5E1"/>
                </a:solidFill>
              </a:rPr>
              <a:t>Logs available if your site has errors after deploy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💻  The Code — Next.js, React &amp; Tailwind 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BBF24"/>
                </a:solidFill>
              </a:rPr>
              <a:t>These three technologies work together to create everything you see and interact with on the website.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724912" cy="45720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2450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Next.js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56231"/>
            <a:ext cx="2450592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BD5E1"/>
                </a:solidFill>
              </a:rPr>
              <a:t>The main framework — like the blueprint of the building</a:t>
            </a:r>
          </a:p>
          <a:p>
            <a:r>
              <a:rPr sz="1200">
                <a:solidFill>
                  <a:srgbClr val="CBD5E1"/>
                </a:solidFill>
              </a:rPr>
              <a:t>Handles routing: /dashboard, /assets, /work-orders</a:t>
            </a:r>
          </a:p>
          <a:p>
            <a:r>
              <a:rPr sz="1200">
                <a:solidFill>
                  <a:srgbClr val="CBD5E1"/>
                </a:solidFill>
              </a:rPr>
              <a:t>Runs server-side code (API routes) AND the browser UI</a:t>
            </a:r>
          </a:p>
          <a:p>
            <a:r>
              <a:rPr sz="1200">
                <a:solidFill>
                  <a:srgbClr val="CBD5E1"/>
                </a:solidFill>
              </a:rPr>
              <a:t>Lives in: /cmms-app folder</a:t>
            </a:r>
          </a:p>
          <a:p>
            <a:r>
              <a:rPr sz="1200">
                <a:solidFill>
                  <a:srgbClr val="CBD5E1"/>
                </a:solidFill>
              </a:rPr>
              <a:t>Config file: next.config.js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371600"/>
            <a:ext cx="2724912" cy="45720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1508760"/>
            <a:ext cx="2450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</a:rPr>
              <a:t>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1856231"/>
            <a:ext cx="2450592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BD5E1"/>
                </a:solidFill>
              </a:rPr>
              <a:t>The UI library — builds what you SEE on screen</a:t>
            </a:r>
          </a:p>
          <a:p>
            <a:r>
              <a:rPr sz="1200">
                <a:solidFill>
                  <a:srgbClr val="CBD5E1"/>
                </a:solidFill>
              </a:rPr>
              <a:t>Everything is a 'component' — a reusable building block</a:t>
            </a:r>
          </a:p>
          <a:p>
            <a:r>
              <a:rPr sz="1200">
                <a:solidFill>
                  <a:srgbClr val="CBD5E1"/>
                </a:solidFill>
              </a:rPr>
              <a:t>Example: &lt;AssetCard /&gt;, &lt;WorkOrderTable /&gt;, &lt;Navbar /&gt;</a:t>
            </a:r>
          </a:p>
          <a:p>
            <a:r>
              <a:rPr sz="1200">
                <a:solidFill>
                  <a:srgbClr val="CBD5E1"/>
                </a:solidFill>
              </a:rPr>
              <a:t>Files end in .tsx (TypeScript + React)</a:t>
            </a:r>
          </a:p>
          <a:p>
            <a:r>
              <a:rPr sz="1200">
                <a:solidFill>
                  <a:srgbClr val="CBD5E1"/>
                </a:solidFill>
              </a:rPr>
              <a:t>Lives in: /cmms-app/app and /cmms-app/components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1371600"/>
            <a:ext cx="2724912" cy="45720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508760"/>
            <a:ext cx="2450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</a:rPr>
              <a:t>Tailwind 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856231"/>
            <a:ext cx="2450592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BD5E1"/>
                </a:solidFill>
              </a:rPr>
              <a:t>The styling system — controls colors, sizes, layout</a:t>
            </a:r>
          </a:p>
          <a:p>
            <a:r>
              <a:rPr sz="1200">
                <a:solidFill>
                  <a:srgbClr val="CBD5E1"/>
                </a:solidFill>
              </a:rPr>
              <a:t>Written directly in the HTML as class names</a:t>
            </a:r>
          </a:p>
          <a:p>
            <a:r>
              <a:rPr sz="1200">
                <a:solidFill>
                  <a:srgbClr val="CBD5E1"/>
                </a:solidFill>
              </a:rPr>
              <a:t>Example: className='bg-blue-500 text-white p-4'</a:t>
            </a:r>
          </a:p>
          <a:p>
            <a:r>
              <a:rPr sz="1200">
                <a:solidFill>
                  <a:srgbClr val="CBD5E1"/>
                </a:solidFill>
              </a:rPr>
              <a:t>No separate CSS files needed</a:t>
            </a:r>
          </a:p>
          <a:p>
            <a:r>
              <a:rPr sz="1200">
                <a:solidFill>
                  <a:srgbClr val="CBD5E1"/>
                </a:solidFill>
              </a:rPr>
              <a:t>Config: tailwind.config.js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1371600"/>
            <a:ext cx="2724912" cy="45720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508760"/>
            <a:ext cx="2450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923C"/>
                </a:solidFill>
              </a:rPr>
              <a:t>TypeScript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856231"/>
            <a:ext cx="2450592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BD5E1"/>
                </a:solidFill>
              </a:rPr>
              <a:t>Adds type-safety to JavaScript</a:t>
            </a:r>
          </a:p>
          <a:p>
            <a:r>
              <a:rPr sz="1200">
                <a:solidFill>
                  <a:srgbClr val="CBD5E1"/>
                </a:solidFill>
              </a:rPr>
              <a:t>Catches bugs before the code runs</a:t>
            </a:r>
          </a:p>
          <a:p>
            <a:r>
              <a:rPr sz="1200">
                <a:solidFill>
                  <a:srgbClr val="CBD5E1"/>
                </a:solidFill>
              </a:rPr>
              <a:t>Files end in .ts or .tsx</a:t>
            </a:r>
          </a:p>
          <a:p>
            <a:r>
              <a:rPr sz="1200">
                <a:solidFill>
                  <a:srgbClr val="CBD5E1"/>
                </a:solidFill>
              </a:rPr>
              <a:t>Defined types in: /types folder</a:t>
            </a:r>
          </a:p>
          <a:p>
            <a:r>
              <a:rPr sz="1200">
                <a:solidFill>
                  <a:srgbClr val="CBD5E1"/>
                </a:solidFill>
              </a:rPr>
              <a:t>Makes code more reliable and readable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🔄  Complete Workflow: From Your Request to Live Website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920240" cy="22860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920240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1. You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You describe what you want:
'Add a filter by status to the Work Orders page'</a:t>
            </a:r>
          </a:p>
        </p:txBody>
      </p:sp>
      <p:sp>
        <p:nvSpPr>
          <p:cNvPr id="8" name="Rectangle 7"/>
          <p:cNvSpPr/>
          <p:nvPr/>
        </p:nvSpPr>
        <p:spPr>
          <a:xfrm>
            <a:off x="2267712" y="914400"/>
            <a:ext cx="1920240" cy="22860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67712" y="914400"/>
            <a:ext cx="1920240" cy="3200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13432" y="932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2. Claude Codes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9152" y="12801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AI reads the codebase, writes the changes in the correct files, tests logic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1104" y="914400"/>
            <a:ext cx="1920240" cy="22860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1104" y="914400"/>
            <a:ext cx="1920240" cy="3200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932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3. Git Commit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544" y="12801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Changes are saved as a 'commit' with a description of what changed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914400"/>
            <a:ext cx="1920240" cy="22860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4496" y="914400"/>
            <a:ext cx="192024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932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4. GitHub Push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12801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The commit is uploaded (pushed) to the GitHub repository online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7888" y="914400"/>
            <a:ext cx="1920240" cy="22860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47888" y="914400"/>
            <a:ext cx="1920240" cy="3200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932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5. Vercel Builds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12801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Vercel detects the new push, runs 'npm run build', compiles the app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1280" y="914400"/>
            <a:ext cx="1920240" cy="22860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41280" y="914400"/>
            <a:ext cx="19202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932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6. Site is 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19" y="12801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In ~60 seconds your updated site is live at your .vercel.app URL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8BDF8"/>
                </a:solidFill>
              </a:rPr>
              <a:t>YOU  ──►  CLAUDE AI  ──►  GITHUB  ──►  VERCEL  ──►  LIVE SITE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23360"/>
            <a:ext cx="11430000" cy="237744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160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</a:rPr>
              <a:t>Important notes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507992"/>
            <a:ext cx="11155680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BD5E1"/>
                </a:solidFill>
              </a:rPr>
              <a:t>This entire cycle takes about 2–5 minutes from request to live</a:t>
            </a:r>
          </a:p>
          <a:p>
            <a:r>
              <a:rPr sz="1400">
                <a:solidFill>
                  <a:srgbClr val="CBD5E1"/>
                </a:solidFill>
              </a:rPr>
              <a:t>You do NOT need to install anything — Claude handles all coding</a:t>
            </a:r>
          </a:p>
          <a:p>
            <a:r>
              <a:rPr sz="1400">
                <a:solidFill>
                  <a:srgbClr val="CBD5E1"/>
                </a:solidFill>
              </a:rPr>
              <a:t>You can watch the Vercel build log in real-time on vercel.com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🌿  GitHub Branching — How Code Changes Are Organised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BBF24"/>
                </a:solidFill>
              </a:rPr>
              <a:t>A 'branch' is a parallel copy of the code. Changes are made safely without breaking the live site.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30000" cy="292608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main (LIVE SITE)  ●────────────────────────────────────────────────────►
                         ╲                                    ╱
claude/feature-branch     ●──── commit ──── commit ──── commit
                                                              ╲
                                                        Pull Request → merged to 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434840"/>
            <a:ext cx="3657600" cy="21031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5720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923C"/>
                </a:solidFill>
              </a:rPr>
              <a:t>main branch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919472"/>
            <a:ext cx="3383280" cy="1527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BD5E1"/>
                </a:solidFill>
              </a:rPr>
              <a:t>Always contains the production-ready code</a:t>
            </a:r>
          </a:p>
          <a:p>
            <a:r>
              <a:rPr sz="1200">
                <a:solidFill>
                  <a:srgbClr val="CBD5E1"/>
                </a:solidFill>
              </a:rPr>
              <a:t>What Vercel deploys to your live URL</a:t>
            </a:r>
          </a:p>
          <a:p>
            <a:r>
              <a:rPr sz="1200">
                <a:solidFill>
                  <a:srgbClr val="CBD5E1"/>
                </a:solidFill>
              </a:rPr>
              <a:t>Never write directly to main — always use a feature branch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4434840"/>
            <a:ext cx="3657600" cy="21031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45720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923C"/>
                </a:solidFill>
              </a:rPr>
              <a:t>claude/ branches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919472"/>
            <a:ext cx="3383280" cy="1527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BD5E1"/>
                </a:solidFill>
              </a:rPr>
              <a:t>Claude always works on a branch named claude/...</a:t>
            </a:r>
          </a:p>
          <a:p>
            <a:r>
              <a:rPr sz="1200">
                <a:solidFill>
                  <a:srgbClr val="CBD5E1"/>
                </a:solidFill>
              </a:rPr>
              <a:t>Example: claude/home-cmms-application-t8zuv</a:t>
            </a:r>
          </a:p>
          <a:p>
            <a:r>
              <a:rPr sz="1200">
                <a:solidFill>
                  <a:srgbClr val="CBD5E1"/>
                </a:solidFill>
              </a:rPr>
              <a:t>Safe — broken code here doesn't affect your live site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4434840"/>
            <a:ext cx="3657600" cy="21031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5720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923C"/>
                </a:solidFill>
              </a:rPr>
              <a:t>Pull Request (PR)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919472"/>
            <a:ext cx="3383280" cy="1527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BD5E1"/>
                </a:solidFill>
              </a:rPr>
              <a:t>When work is done, a PR is opened</a:t>
            </a:r>
          </a:p>
          <a:p>
            <a:r>
              <a:rPr sz="1200">
                <a:solidFill>
                  <a:srgbClr val="CBD5E1"/>
                </a:solidFill>
              </a:rPr>
              <a:t>You can review the changes before they go live</a:t>
            </a:r>
          </a:p>
          <a:p>
            <a:r>
              <a:rPr sz="1200">
                <a:solidFill>
                  <a:srgbClr val="CBD5E1"/>
                </a:solidFill>
              </a:rPr>
              <a:t>Merge the PR → Vercel rebuilds → site updates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📁  Project Folder Structure — Where Everything Lives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576072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Web_learn/                    ← root of the repository on GitHub
└── cmms-app/                 ← the Next.js application (Root Directory in Vercel)
    ├── app/                  ← all pages of the website
    │   ├── page.tsx          ← home / login page
    │   ├── dashboard/        ← main dashboard after login
    │   ├── assets/           ← asset management pages
    │   ├── work-orders/      ← work order pages
    │   └── api/              ← server-side API routes (talks to Supabase)
    ├── components/           ← reusable UI pieces (buttons, tables, cards)
    ├── lib/                  ← helper functions (supabase client, auth, utils)
    ├── types/                ← TypeScript type definitions
    ├── public/               ← images, icons, static files
    ├── .env.local            ← secret keys (NOT uploaded to GitHub)
    └── package.json          ← list of all installed packages/libraries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✏️  How to Request Further Modifications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00" cy="27432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</a:rPr>
              <a:t>How to write a good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521208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BD5E1"/>
                </a:solidFill>
              </a:rPr>
              <a:t>Be specific about WHAT page or feature you want to change</a:t>
            </a:r>
          </a:p>
          <a:p>
            <a:r>
              <a:rPr sz="1300">
                <a:solidFill>
                  <a:srgbClr val="CBD5E1"/>
                </a:solidFill>
              </a:rPr>
              <a:t>Describe the DESIRED RESULT, not the technical steps</a:t>
            </a:r>
          </a:p>
          <a:p>
            <a:r>
              <a:rPr sz="1300">
                <a:solidFill>
                  <a:srgbClr val="CBD5E1"/>
                </a:solidFill>
              </a:rPr>
              <a:t>Include examples if possible: 'like a dropdown with options A, B, C'</a:t>
            </a:r>
          </a:p>
          <a:p>
            <a:r>
              <a:rPr sz="1300">
                <a:solidFill>
                  <a:srgbClr val="CBD5E1"/>
                </a:solidFill>
              </a:rPr>
              <a:t>Mention any related pages that might also need updating</a:t>
            </a:r>
          </a:p>
          <a:p>
            <a:r>
              <a:rPr sz="1300">
                <a:solidFill>
                  <a:srgbClr val="CBD5E1"/>
                </a:solidFill>
              </a:rPr>
              <a:t>Say if it's urgent or for a specific upcoming 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777240"/>
            <a:ext cx="5760720" cy="27432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914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</a:rPr>
              <a:t>Example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61872"/>
            <a:ext cx="548640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BD5E1"/>
                </a:solidFill>
              </a:rPr>
              <a:t>'Add a search bar to the Assets page that filters by asset name'</a:t>
            </a:r>
          </a:p>
          <a:p>
            <a:r>
              <a:rPr sz="1300">
                <a:solidFill>
                  <a:srgbClr val="CBD5E1"/>
                </a:solidFill>
              </a:rPr>
              <a:t>'Change the dashboard color scheme to darker blue'</a:t>
            </a:r>
          </a:p>
          <a:p>
            <a:r>
              <a:rPr sz="1300">
                <a:solidFill>
                  <a:srgbClr val="CBD5E1"/>
                </a:solidFill>
              </a:rPr>
              <a:t>'Add a PDF export button to Work Orders'</a:t>
            </a:r>
          </a:p>
          <a:p>
            <a:r>
              <a:rPr sz="1300">
                <a:solidFill>
                  <a:srgbClr val="CBD5E1"/>
                </a:solidFill>
              </a:rPr>
              <a:t>'Add a new field called Warranty Expiry Date to the asset form'</a:t>
            </a:r>
          </a:p>
          <a:p>
            <a:r>
              <a:rPr sz="1300">
                <a:solidFill>
                  <a:srgbClr val="CBD5E1"/>
                </a:solidFill>
              </a:rPr>
              <a:t>'Create a new Reports page showing monthly maintenance costs'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03320"/>
            <a:ext cx="5486400" cy="283464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840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Option A — GitHub Issue (recommended)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87952"/>
            <a:ext cx="5212080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BD5E1"/>
                </a:solidFill>
              </a:rPr>
              <a:t>Open GitHub Issues at: github.com/channd2/Web_learn/issues</a:t>
            </a:r>
          </a:p>
          <a:p>
            <a:r>
              <a:rPr sz="1300">
                <a:solidFill>
                  <a:srgbClr val="CBD5E1"/>
                </a:solidFill>
              </a:rPr>
              <a:t>Click 'New Issue', describe the change, click Submit</a:t>
            </a:r>
          </a:p>
          <a:p>
            <a:r>
              <a:rPr sz="1300">
                <a:solidFill>
                  <a:srgbClr val="CBD5E1"/>
                </a:solidFill>
              </a:rPr>
              <a:t>Claude will be assigned and will implement the change</a:t>
            </a:r>
          </a:p>
          <a:p>
            <a:r>
              <a:rPr sz="1300">
                <a:solidFill>
                  <a:srgbClr val="CBD5E1"/>
                </a:solidFill>
              </a:rPr>
              <a:t>A Pull Request (PR) will be opened for you to review</a:t>
            </a:r>
          </a:p>
          <a:p>
            <a:r>
              <a:rPr sz="1300">
                <a:solidFill>
                  <a:srgbClr val="CBD5E1"/>
                </a:solidFill>
              </a:rPr>
              <a:t>Merge the PR to make changes go live on Vercel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3703320"/>
            <a:ext cx="5760720" cy="283464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840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Option B — Chat directly with Claude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4187952"/>
            <a:ext cx="5486400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BD5E1"/>
                </a:solidFill>
              </a:rPr>
              <a:t>Chat directly with Claude Code in the terminal</a:t>
            </a:r>
          </a:p>
          <a:p>
            <a:r>
              <a:rPr sz="1300">
                <a:solidFill>
                  <a:srgbClr val="CBD5E1"/>
                </a:solidFill>
              </a:rPr>
              <a:t>Type your request in plain English</a:t>
            </a:r>
          </a:p>
          <a:p>
            <a:r>
              <a:rPr sz="1300">
                <a:solidFill>
                  <a:srgbClr val="CBD5E1"/>
                </a:solidFill>
              </a:rPr>
              <a:t>Claude will code, commit, and push automatically</a:t>
            </a:r>
          </a:p>
          <a:p>
            <a:r>
              <a:rPr sz="1300">
                <a:solidFill>
                  <a:srgbClr val="CBD5E1"/>
                </a:solidFill>
              </a:rPr>
              <a:t>Check Vercel dashboard to confirm the deploy succeeded</a:t>
            </a:r>
          </a:p>
          <a:p>
            <a:r>
              <a:rPr sz="1300">
                <a:solidFill>
                  <a:srgbClr val="CBD5E1"/>
                </a:solidFill>
              </a:rPr>
              <a:t>This is faster for small changes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🔑  Environment Variables — Secret Keys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Environment variables are secret settings your app reads at runtime — like passwords stored outside the code.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30000" cy="7315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73152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NEXT_PUBLIC_SUPABASE_URL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399032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The web address of your Supabase database.
Safe to expose publicly — it's just an address.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12848"/>
            <a:ext cx="11430000" cy="7315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212848"/>
            <a:ext cx="73152" cy="7315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402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NEXT_PUBLIC_SUPABASE_ANON_KEY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240279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Public key for reading data from Supabase.
Safe to expose — Supabase security rules still apply.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54096"/>
            <a:ext cx="11430000" cy="7315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054096"/>
            <a:ext cx="73152" cy="7315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8152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</a:rPr>
              <a:t>SUPABASE_SERVICE_ROLE_KEY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081527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Admin key — bypasses all security rules.
KEEP SECRET. Only used server-side in API routes.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95344"/>
            <a:ext cx="11430000" cy="7315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895344"/>
            <a:ext cx="73152" cy="7315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227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ADMIN_USERNAME / ADMIN_PASSWORD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922776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Login credentials for the CMMS admin account.
Set during initial setup — change if needed.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36592"/>
            <a:ext cx="11430000" cy="7315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736592"/>
            <a:ext cx="73152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7640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</a:rPr>
              <a:t>JWT_SECRET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764024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Used to sign and verify login tokens.
Must be a long random string — never share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806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Where to set them:  Local development → .env.local file  |  Production → Vercel Dashboard → Settings → Environment Variables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📋  Quick Reference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3200400" cy="43891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03320" y="777240"/>
            <a:ext cx="4754880" cy="43891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95360" y="777240"/>
            <a:ext cx="3200400" cy="43891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32103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832103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832103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Your 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52728"/>
            <a:ext cx="3200400" cy="43891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03320" y="1252728"/>
            <a:ext cx="4754880" cy="43891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95360" y="1252728"/>
            <a:ext cx="3200400" cy="43891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3075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</a:rP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307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Stores all code +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3075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View changes, merge PRs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728216"/>
            <a:ext cx="3200400" cy="43891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03320" y="1728216"/>
            <a:ext cx="4754880" cy="43891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95360" y="1728216"/>
            <a:ext cx="3200400" cy="43891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Supabase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1783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Database — stores all your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View/edit data in 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203704"/>
            <a:ext cx="3200400" cy="43891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03320" y="2203704"/>
            <a:ext cx="4754880" cy="43891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95360" y="2203704"/>
            <a:ext cx="3200400" cy="43891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2585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Vercel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22585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Hosts &amp; publishes your website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22585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View deployments, check logs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679192"/>
            <a:ext cx="3200400" cy="43891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03320" y="2679192"/>
            <a:ext cx="4754880" cy="43891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95360" y="2679192"/>
            <a:ext cx="3200400" cy="43891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73405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8BDF8"/>
                </a:solidFill>
              </a:rPr>
              <a:t>Next.js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27340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The web app framework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273405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No action needed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154680"/>
            <a:ext cx="3200400" cy="43891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03320" y="3154680"/>
            <a:ext cx="4754880" cy="43891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95360" y="3154680"/>
            <a:ext cx="3200400" cy="43891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32095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BBF24"/>
                </a:solidFill>
              </a:rPr>
              <a:t>Claude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32095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Writes and changes code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32095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Tell it what you want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630168"/>
            <a:ext cx="3200400" cy="43891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03320" y="3630168"/>
            <a:ext cx="4754880" cy="43891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95360" y="3630168"/>
            <a:ext cx="3200400" cy="43891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36850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</a:rPr>
              <a:t>.env.local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36850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Local secret keys (not on GitHub)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36850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Never commit this file!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800600"/>
            <a:ext cx="11430000" cy="173736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49377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Key links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285232"/>
            <a:ext cx="1115568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BD5E1"/>
                </a:solidFill>
              </a:rPr>
              <a:t>Live site: your-project.vercel.app</a:t>
            </a:r>
          </a:p>
          <a:p>
            <a:r>
              <a:rPr sz="1400">
                <a:solidFill>
                  <a:srgbClr val="CBD5E1"/>
                </a:solidFill>
              </a:rPr>
              <a:t>GitHub: github.com/channd2/Web_learn</a:t>
            </a:r>
          </a:p>
          <a:p>
            <a:r>
              <a:rPr sz="1400">
                <a:solidFill>
                  <a:srgbClr val="CBD5E1"/>
                </a:solidFill>
              </a:rPr>
              <a:t>Supabase: app.supabase.com</a:t>
            </a:r>
          </a:p>
          <a:p>
            <a:r>
              <a:rPr sz="1400">
                <a:solidFill>
                  <a:srgbClr val="CBD5E1"/>
                </a:solidFill>
              </a:rPr>
              <a:t>Vercel: vercel.com/dashboard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